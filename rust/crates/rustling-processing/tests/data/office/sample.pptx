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without LibreOffice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 count must match slide 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